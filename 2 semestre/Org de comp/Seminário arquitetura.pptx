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Merriweather" panose="020F0502020204030204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25df36921_3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25df36921_3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5df36921_3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25df36921_3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25df36921_3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25df36921_3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25df36921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25df36921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5df36921_6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5df36921_6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5df36921_3_1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25df36921_3_18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5df36921_3_1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25df36921_3_1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25df36921_3_1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25df36921_3_1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2ac0762b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2ac0762b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5df36921_3_1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25df36921_3_1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ac0762b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2ac0762b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193725" y="374575"/>
            <a:ext cx="8520600" cy="75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highlight>
                  <a:schemeClr val="lt1"/>
                </a:highlight>
              </a:rPr>
              <a:t>Arquitetura de Jogos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03850" y="1603262"/>
            <a:ext cx="5948700" cy="16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Alunos: Luciano Ventura , Eduardo Manente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Matéria: Arquitetura e organização de computadores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Período: 2ºSemestre Vespertino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194300" y="1021200"/>
            <a:ext cx="3943200" cy="31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Arquitetura e Organização de Computadores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572000" y="163650"/>
            <a:ext cx="4166400" cy="48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Arquitetura de computadores é o conjunto de princípios e métodos que definem como um sistema computacional é projetado e como seus componentes interagem entre si para executar tarefas.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organização de computadores trata-se da implementação física dessa arquitetura, como como os circuitos, barramentos e componentes.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compreender esses dois conceitos podemos otimizar o desempenho nos jogos eletrônicos. Um hardware bem projetado permite diversos processos complexos que refletem na experiência de jogo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129577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Componentes principais do Hardware 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4644675" y="223575"/>
            <a:ext cx="4166400" cy="46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-Unidade Central de Processamento é o cérebro do computador.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GPU- 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de Processamento Gráfico  é responsável por processar e renderizar imagens, efeitos visuais e animações.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Memória RAM e VRAM - 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armazenar dados temporários que o computador ou o jogo precisam acessar rapidamente enquanto estão sendo executados.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Armazenamento (SSD / HDD)- 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 usado para guardar dados de forma permanente, mesmo quando o computador está desligado.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Barramentos e Comunicação Interna(PCIe/ memória unificada)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conectam todos os componentes do computador.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400"/>
              </a:spcAft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95475" y="129577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Arquiteturas Relevantes em Jogos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CISC vs RISC (x86 vs ARM)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CISC (Complex Instruction Set Computing):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usado em PCs e consoles como PlayStation e Xbox; permite instruções complexas, otimizadas para alto desempenho.</a:t>
            </a:r>
            <a:b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 (Reduced Instruction Set Computing):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usado em dispositivos móveis e no Nintendo Switch; possui instruções mais simples, com foco em eficiência energética.</a:t>
            </a:r>
            <a:b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295475" y="129577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Arquiteturas Relevantes em Jogos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4644675" y="162700"/>
            <a:ext cx="4166400" cy="48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Arquitetura de Consoles vs PCs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PlayStation 5 e Xbox Series X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usam arquiteturas baseadas em x86 com CPUs e GPUs AMD, oferecendo desempenho comparável a PCs gamer.</a:t>
            </a:r>
            <a:b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Nintendo Switch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usa uma arquitetura ARM, mais eficiente em energia, adequada para o formato portátil.</a:t>
            </a:r>
            <a:b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PCs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oferecem maior flexibilidade, permitindo upgrades e personalizações que influenciam diretamente o desempenho em jogos.</a:t>
            </a:r>
            <a:b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295475" y="129577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Arquiteturas Relevantes em Jogos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4644675" y="162700"/>
            <a:ext cx="4166400" cy="48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Arquiteturas Híbridas (CPU + GPU Integradas)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Alguns sistemas utilizam </a:t>
            </a:r>
            <a:r>
              <a:rPr lang="pt-BR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APUs (Accelerated Processing Units)</a:t>
            </a: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que combinam CPU e GPU no mesmo chip.</a:t>
            </a:r>
            <a:b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Essas soluções são comuns em notebooks e consoles compactos, proporcionando bom equilíbrio entre desempenho e consumo de energia.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295975" y="1608300"/>
            <a:ext cx="3706500" cy="10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Desempenho em Jogos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4369400" y="821850"/>
            <a:ext cx="4166400" cy="3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FPS (frames por segundo) mede a fluidez dos jogos.</a:t>
            </a:r>
            <a:b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pt-BR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CPU-bound:</a:t>
            </a: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processador limita o desempenho (IA, física, lógica).</a:t>
            </a:r>
            <a:b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pt-BR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GPU-bound:</a:t>
            </a: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gargalo está na placa de vídeo (gráficos e efeitos).</a:t>
            </a:r>
            <a:b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pt-BR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Multithreading:</a:t>
            </a: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distribui tarefas entre núcleos, aumentando a eficiência.</a:t>
            </a:r>
            <a:b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81250"/>
              <a:buFont typeface="Times New Roman"/>
              <a:buChar char="●"/>
            </a:pPr>
            <a:r>
              <a:rPr lang="pt-BR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Otimizações:</a:t>
            </a: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uso de cache, compressão e streaming de texturas reduzem carregamentos.</a:t>
            </a:r>
            <a:b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82500" y="1317300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Renderização e Processamento Gráfico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4572000" y="620100"/>
            <a:ext cx="4166400" cy="39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renderização transforma modelos 3D em imagens 2D.</a:t>
            </a:r>
            <a:b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t-BR" sz="6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gráfico:</a:t>
            </a:r>
            <a: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geometria → projeção → rasterização → shaders.</a:t>
            </a:r>
            <a:b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t-BR" sz="6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GPU:</a:t>
            </a:r>
            <a: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executa milhares de cálculos em paralelo.</a:t>
            </a:r>
            <a:b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t-BR" sz="6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APIs gráficas:</a:t>
            </a:r>
            <a: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DirectX, Vulkan, OpenGL, Metal.</a:t>
            </a:r>
            <a:b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pt-BR" sz="6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Vulkan e DirectX 12 oferecem mais controle e melhor desempenho.</a:t>
            </a:r>
            <a:endParaRPr sz="6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27500" y="110107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Arquitetura e Desenvolvimento de Jogos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4501225" y="636750"/>
            <a:ext cx="4166400" cy="3870000"/>
          </a:xfrm>
          <a:prstGeom prst="rect">
            <a:avLst/>
          </a:prstGeom>
        </p:spPr>
        <p:txBody>
          <a:bodyPr spcFirstLastPara="1" wrap="square" lIns="91425" tIns="90000" rIns="91425" bIns="91425" anchor="t" anchorCtr="0">
            <a:normAutofit lnSpcReduction="10000"/>
          </a:bodyPr>
          <a:lstStyle/>
          <a:p>
            <a:pPr marL="457200" lvl="0" indent="-332800" algn="l" rtl="0">
              <a:spcBef>
                <a:spcPts val="0"/>
              </a:spcBef>
              <a:spcAft>
                <a:spcPts val="0"/>
              </a:spcAft>
              <a:buSzPts val="1641"/>
              <a:buFont typeface="Times New Roman"/>
              <a:buChar char="●"/>
            </a:pPr>
            <a:r>
              <a:rPr lang="pt-BR" sz="164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Motores gráficos:</a:t>
            </a:r>
            <a:r>
              <a:rPr lang="pt-BR" sz="1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Unity (multiplataforma) e Unreal (realismo e Ray Tracing).</a:t>
            </a:r>
            <a:br>
              <a:rPr lang="pt-BR" sz="1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2800" algn="l" rtl="0">
              <a:spcBef>
                <a:spcPts val="0"/>
              </a:spcBef>
              <a:spcAft>
                <a:spcPts val="0"/>
              </a:spcAft>
              <a:buSzPts val="1641"/>
              <a:buFont typeface="Times New Roman"/>
              <a:buChar char="●"/>
            </a:pPr>
            <a:r>
              <a:rPr lang="pt-BR" sz="164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Tracing:</a:t>
            </a:r>
            <a:r>
              <a:rPr lang="pt-BR" sz="1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 luz realista.</a:t>
            </a:r>
            <a:br>
              <a:rPr lang="pt-BR" sz="1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2800" algn="l" rtl="0">
              <a:spcBef>
                <a:spcPts val="0"/>
              </a:spcBef>
              <a:spcAft>
                <a:spcPts val="0"/>
              </a:spcAft>
              <a:buSzPts val="1641"/>
              <a:buFont typeface="Times New Roman"/>
              <a:buChar char="●"/>
            </a:pPr>
            <a:r>
              <a:rPr lang="pt-BR" sz="164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DLSS:</a:t>
            </a:r>
            <a:r>
              <a:rPr lang="pt-BR" sz="1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aumenta resolução via IA</a:t>
            </a:r>
            <a:endParaRPr sz="16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2800" algn="l" rtl="0">
              <a:spcBef>
                <a:spcPts val="1200"/>
              </a:spcBef>
              <a:spcAft>
                <a:spcPts val="0"/>
              </a:spcAft>
              <a:buSzPts val="1641"/>
              <a:buFont typeface="Times New Roman"/>
              <a:buChar char="●"/>
            </a:pPr>
            <a:r>
              <a:rPr lang="pt-BR" sz="164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FSR:</a:t>
            </a:r>
            <a:r>
              <a:rPr lang="pt-BR" sz="1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aumenta a resolução sem depender de IA</a:t>
            </a:r>
            <a:br>
              <a:rPr lang="pt-BR" sz="1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295975" y="129577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em IAs</a:t>
            </a: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4495250" y="1211550"/>
            <a:ext cx="4166400" cy="27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BR" sz="1600" b="1">
                <a:latin typeface="Times New Roman"/>
                <a:ea typeface="Times New Roman"/>
                <a:cs typeface="Times New Roman"/>
                <a:sym typeface="Times New Roman"/>
              </a:rPr>
              <a:t>CPU:</a:t>
            </a:r>
            <a: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  <a:t> responsável por lógica e decisões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  <a:t>GPU: assume o processamento de simulações complexas.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27425" y="1317300"/>
            <a:ext cx="3706500" cy="17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Tendências e Futuro da Arquitetura para Jogos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4644700" y="942600"/>
            <a:ext cx="4166400" cy="3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 no hardware:</a:t>
            </a: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Tensor Cores e NPUs aceleram aprendizado de máquina.</a:t>
            </a:r>
            <a:b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VR/AR:</a:t>
            </a: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exigem alto desempenho e baixa latência.</a:t>
            </a:r>
            <a:b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Jogos na nuvem:</a:t>
            </a: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processamento em data centers (ex.: GeForce Now, Xbox Cloud).</a:t>
            </a:r>
            <a:b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B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Avanços permitem jogos mais realistas e acessíveis.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58925" y="1644900"/>
            <a:ext cx="3706500" cy="18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4636800" y="1103850"/>
            <a:ext cx="4166400" cy="29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  <a:t>A arquitetura de computadores é a base dos jogos.</a:t>
            </a:r>
            <a:b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  <a:t>O equilíbrio entre CPU, GPU e memória define desempenho e qualidade.</a:t>
            </a:r>
            <a:b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pt-BR" sz="1600">
                <a:latin typeface="Times New Roman"/>
                <a:ea typeface="Times New Roman"/>
                <a:cs typeface="Times New Roman"/>
                <a:sym typeface="Times New Roman"/>
              </a:rPr>
              <a:t>Tecnologias como IA, Ray Tracing e nuvem moldam o futuro dos games.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Microsoft Office PowerPoint</Application>
  <PresentationFormat>Apresentação na tela (16:9)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Roboto</vt:lpstr>
      <vt:lpstr>Times New Roman</vt:lpstr>
      <vt:lpstr>Merriweather</vt:lpstr>
      <vt:lpstr>Arial</vt:lpstr>
      <vt:lpstr>Paradigm</vt:lpstr>
      <vt:lpstr>Arquitetura de Jogos</vt:lpstr>
      <vt:lpstr> Conceito de Arquitetura e Organização de Computadores</vt:lpstr>
      <vt:lpstr> Componentes principais do Hardware </vt:lpstr>
      <vt:lpstr> Arquiteturas Relevantes em Jogos</vt:lpstr>
      <vt:lpstr> Arquiteturas Relevantes em Jogos</vt:lpstr>
      <vt:lpstr> Arquiteturas Relevantes em Jogos</vt:lpstr>
      <vt:lpstr>Desempenho em Jogos</vt:lpstr>
      <vt:lpstr>Renderização e Processamento Gráfico</vt:lpstr>
      <vt:lpstr>Arquitetura e Desenvolvimento de Jogos</vt:lpstr>
      <vt:lpstr>Arquitetura em IAs</vt:lpstr>
      <vt:lpstr>Tendências e Futuro da Arquitetura para Jogos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Luciano Ventura Monegatto</dc:creator>
  <cp:lastModifiedBy>Luciano Ventura Monegatto</cp:lastModifiedBy>
  <cp:revision>1</cp:revision>
  <dcterms:modified xsi:type="dcterms:W3CDTF">2025-11-12T14:07:30Z</dcterms:modified>
</cp:coreProperties>
</file>